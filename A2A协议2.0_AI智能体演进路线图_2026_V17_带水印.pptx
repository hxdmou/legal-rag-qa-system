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0688638" cy="59991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4" d="100"/>
          <a:sy n="134" d="100"/>
        </p:scale>
        <p:origin x="634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200" b="1">
                <a:solidFill>
                  <a:srgbClr val="64B4FF"/>
                </a:solidFill>
                <a:latin typeface="Microsoft YaHei"/>
              </a:rPr>
              <a:t>A2A协议2.0：AI智能体演进路线图（2026-2035）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solidFill>
                  <a:srgbClr val="96C8FF"/>
                </a:solidFill>
                <a:latin typeface="Microsoft YaHei"/>
              </a:rPr>
              <a:t>基于行业趋势推演的合理预测 | 模拟数据，仅供参考</a:t>
            </a:r>
          </a:p>
          <a:p>
            <a:r>
              <a:rPr sz="1200">
                <a:solidFill>
                  <a:srgbClr val="96C8FF"/>
                </a:solidFill>
                <a:latin typeface="Microsoft YaHei"/>
              </a:rPr>
              <a:t>免责声明：所有预测内容均为模拟推演，不代表真实未来；技术术语引用自公开文献或合理推测</a:t>
            </a:r>
          </a:p>
        </p:txBody>
      </p:sp>
      <p:sp>
        <p:nvSpPr>
          <p:cNvPr id="4" name="TextBox 3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64B4FF"/>
                </a:solidFill>
                <a:latin typeface="Microsoft YaHei"/>
              </a:rPr>
              <a:t>项目1：A2A协议核心架构演进（2026-2035）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协议层级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LangChain/RAG/LlamaIndex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&lt;10ms, QPS&gt;50万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RAG v3.0.0升级; 多模态API发布 | 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Multi-Agent/AutoGPT/CrewAI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效率+200%, &gt;1万 task/s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企业级Agent平台; A轮融资 | 企业级部署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Kafka/NATS/eBPF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&gt;100万 msg/s, 99.99%可用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消息稳定性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幂等性设计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事件驱动架构; 技术白皮书发布 | 事件驱动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Milvus/Redis/TiDB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&lt;10ms, 索引10亿+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分布式一致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向量数据库融合; B轮融资 | 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HTTP/3/QUIC/gRPC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延迟降低40%, &gt;20万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HTTP/3升级; 性能白皮书发布 | 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OPA/Vault/WAF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威胁检测99.9%, 防护100%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安全架构升级; 三级认证 | 安全升级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Milvus/Redis/TiDB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精度99.9%, &gt;50万 qps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10亿级向量; 数据平台上线 | 向量升级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CRYSTALS-Kyber/TLS1.3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性能+50%, 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后量子试点; 量子白皮书发布 | 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距离&gt;1000km, 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量子密码部署; 安全联盟成立 | 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加速比&gt;100x, 效率+500%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混合计算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量子-AI融合; 技术峰会 | 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覆盖率95%, &gt;3000km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中继器部署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量子通信网络试点; 量子中继器部署 | 量子通信试点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QKD/量子加密/Qiskit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覆盖率100%, &gt;5000km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中继器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量子通信网络; 量子互联网试验 | 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D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32FFC8"/>
                </a:solidFill>
                <a:latin typeface="Microsoft YaHei"/>
              </a:rPr>
              <a:t>项目2：价值维度评估体系（2026-2035）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评估维度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Kong/LangChain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集成率95%, 兼容100%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标准化接口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API网关升级; 标准接口发布 | API标准化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K8s/KEDA/HPA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扩缩容-80%, 准确率99%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弹性伸缩; 云原生白皮书发布 | 弹性伸缩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ZTNA/mTLS/OPA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合规100%, &lt;5ms认证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策略管理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零信任部署; 安全白皮书发布 | 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Prometheus/Loki/Tempo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MTTD&lt;5min, 检测99%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异常检测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AI预测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智能监控; 运维升级 | 智能监控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Multi-Agent/AutoGPT/CrewAI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效率+200%, 完成率98%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协作平台; 效率提升 | 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Crossplane/Terraform/Karmada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&lt;300s, 统一管理100%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多云统一; 多云白皮书发布 | 多云编排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准确率99.99%, 加速&gt;50x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量子评估; 评估框架 | 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检测99.9%, 合规100%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AI安全体系; 评估标准 | 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精度99.99%, 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量子安全评估; 量子白皮书发布 | 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综合AI评估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综合评估体系; 评估框架 | 综合评估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量子评估/AI验证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精度99.99%, 覆盖95%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量子评估体系试点; 评估标准制定 | 量子评估试点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量子评估/AI验证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精度99.999%, 覆盖100%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量子评估体系; 评估标准 | 量子评估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00C896"/>
                </a:solidFill>
                <a:latin typeface="Microsoft YaHei"/>
              </a:rPr>
              <a:t>项目3：安全组件体系（2026-2035）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安全组件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安全能力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Kong/APISIX/Envoy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防护率100%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AI分析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API网关安全升级; 安全架构发布 | AI流量调度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BeyondCorp/ZTNA/SASE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防护等级领先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网络隔离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微分段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网络隔离; 零信任白皮书发布 | 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AES-256/TLS1.3/Kyber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后量子密码; 加密升级 | 后量子加密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MPC/FHE/联邦学习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PII保护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计算效率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隐私计算平台; 隐私白皮书发布 | 隐私保护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检测率99.99%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后门检测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模型防护; AI安全标准 | AI模型安全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Trivy/Falco/eBPF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漏洞检测100%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容器安全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漏洞扫描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云原生安全; 云安全白皮书发布 | 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量子认证; 量子白皮书发布 | 量子AI安全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AI防护框架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检测99.99%, 覆盖100%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安全架构; AI白皮书发布 | 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量子协议/QKD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&gt;1000km, 覆盖100%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量子部署; 量子框架 | 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综合防护/零信任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综合安全体系; 安全白皮书发布 | 综合安全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Quantum-Security/GPT-8.0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量子协议/QKD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&gt;3000km, 覆盖95%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密钥管理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密钥轮换试点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量子安全体系试点; 量子标准制定 | 量子安全试点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Quantum-Security/GPT-8.0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量子协议/QKD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&gt;5000km, 覆盖100%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密钥管理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密钥轮换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量子安全体系; 量子标准 | 量子安全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E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FF9632"/>
                </a:solidFill>
                <a:latin typeface="Microsoft YaHei"/>
              </a:rPr>
              <a:t>项目4：部署策略规划（2026-2035）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部署策略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K8s/Istio/ArgoCD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&lt;30s部署, &lt;10s扩缩容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自动化部署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云原生升级; GitOps落地 | 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Lambda/Knative/OpenFaaS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&lt;60s启动, &gt;100万/s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自动扩缩容; Serverless平台 | 无服务器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vLLM/TensorRT-LLM/TGI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&lt;5ms推理, &gt;500 tokens/s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吞吐量+300%; 推理升级 | 高效推理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AGI框架/分布式推理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&lt;50ms响应, 99.5%准确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容错机制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AGI试点; AGI部署 | AGI落地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EdgeAI/TensorRT/ONNX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&lt;5ms延迟, 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资源受限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边缘优化; 边缘AI平台 | 边缘AI加速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Crossplane/Terraform/Karmada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&lt;5min跨云, 统一100%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跨云延迟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多云统一; 多云白皮书发布 | 多云优化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&gt;500km, 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量子试点; 量子启动 |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CRYSTALS-Kyber/TLS1.3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性能+50%, 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部署复杂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后量子试点; 后量子白皮书发布 | 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效率+500%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混合计算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量子融合; 技术峰会 | 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QKD/IBM Qiskit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&gt;1000km, 无条件安全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卫星链路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量子通信; 量子网络 | 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量子通信/量子中继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覆盖95%, &gt;3000km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纠错码试点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量子互联网试点; 量子中继部署 | 量子网络试点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量子通信/量子中继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&gt;5000km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纠错码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量子互联网; 量子发布 | 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0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C864FF"/>
                </a:solidFill>
                <a:latin typeface="Microsoft YaHei"/>
              </a:rPr>
              <a:t>项目5：AI能力演进（2026-2035）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AI能力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自然语言理解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Transformer/LoRA/RLHF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准确率95%+, 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NLU升级; NLU平台 | NLU优化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CodeLlama/Copilot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效率+200%, 85%准确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代码质量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安全扫描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代码效率; 代码助手 | 代码生成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思维链/工具使用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准确率+30%, 80%通过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推理升级; 推理引擎 | 推理升级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MLOps/模型监控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效率+100%, 覆盖100%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AI工程体系; MLOps平台 | AI工程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AutoML/自监督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元学习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自主学习; 自主框架 | 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Multi-Agent/Swarm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效率+200%, 完成98%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协作平台; 多Agent平台 | 多Agent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效率+500%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量子加速; 量子AI白皮书发布 | 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逻辑/数学/符号推理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通过90%+, 数学85%+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程序合成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推理90%; 高级引擎 | 高级推理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理解95%+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跨模态推理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融合训练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深度融合; 多模态白皮书发布 | 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AI安全检测/防护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AI安全体系; 安全框架 | 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推理效率提升50%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安全框架试点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量子安全AI试点; 量子框架发布 | 量子安全AI试点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推理效率持续提升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量子安全AI; 量子发布 | 量子安全AI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D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B4FF64"/>
                </a:solidFill>
                <a:latin typeface="Microsoft YaHei"/>
              </a:rPr>
              <a:t>项目6：性能指标体系（2026-2035）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指标维度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vLLM/TensorRT-LLM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&lt;100ms, &gt;1000 tokens/s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KV缓存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延迟-50%; 低延迟平台 | 低延迟推理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K8s/ArgoCD/Istio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99.99%可用, MTTR&lt;1800s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故障恢复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故障转移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99.99%可用; 高可用架构 | 高可用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AI评估/监控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98%+准确, 95%+召回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自动微调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准确率98%; 评估升级 | 高精度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可解释AI/可视化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95%+可解释, 透明达标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决策解释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LIME/SHAP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可解释体系; 可解释框架 | 可解释AI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量子计算/量子神经网络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效率+500%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量子加速; 量子白皮书发布 | 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多云/边缘/容器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扩展+200%, &gt;100万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分布式一致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自动扩缩容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弹性扩展; 扩展架构 | 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后量子密码/量子加密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性能+50%, 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部署复杂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后量子部署; 后量子白皮书发布 | 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效率持续提升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量子-AI融合; 量子性能 | 量子AI性能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量子通信/量子加密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&gt;1000km, 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量子通信; 量子发布 | 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综合优化/AI调优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性能+300%, 能效+200%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能效平衡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能效管理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综合性能; 综合白皮书发布 | 综合优化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扩展能力提升50%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性能平衡试点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优化框架试点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量子安全性能试点; 量子优化发布 | 量子安全试点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无限扩展能力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性能平衡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优化框架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量子安全性能; 量子发布 | 量子安全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64C8FF"/>
                </a:solidFill>
                <a:latin typeface="Microsoft YaHei"/>
              </a:rPr>
              <a:t>项目7：生态系统建设（2026-2035）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生态组件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生态规模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开发者社区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GitHub/GitLab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开发者10万+, 贡献者1万+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社区运营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开源治理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开发者社区; 开源发布 | 开发者生态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云厂商/ISV/SI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伙伴100+, 覆盖20+行业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伙伴管理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生态合作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合作伙伴体系; 合作伙伴大会 | 合作伙伴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培训教育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在线教育/认证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培训10万+, 认证5万+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教育内容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课程开发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培训体系; 培训平台 | 教育培训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高校合作/人才平台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培养1万+, 引进100+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校企合作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人才体系; 校企签约 | 人才生态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全球扩张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全球化/本地化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覆盖50+国家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全球化运营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本地化团队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全球布局; 全球发布会 | 全球生态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行业联盟/标准组织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成员1000+, 标准50+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联盟治理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产业联盟; 联盟大会 | 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量子节点100+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节点部署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量子生态; 量子启动 | 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安全平台/威胁检测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检测99.9%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安全生态; 安全发布 | 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检测99.9%, 防护领先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AI安全生态; AI安全白皮书发布 | 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&gt;1000km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量子安全生态; 量子大会 | 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节点800+, 全球覆盖95%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全球架构试点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全球量子生态试点; 量子互联网试点 | 全球量子试点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节点1000+, 全球覆盖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全球量子生态; 量子互联网 | 全球量子生态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9696FF"/>
                </a:solidFill>
                <a:latin typeface="Microsoft YaHei"/>
              </a:rPr>
              <a:t>项目8：技术方案对比（2026-2035）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性能对比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A2A协议/gRPC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&lt;10ms, 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协议设计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A2A协议; 协议白皮书发布 | 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Milvus/FAISS/Pinecone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&lt;10ms, 索引10亿+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向量DB; 向量平台 | 向量DB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Lambda/Knative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&lt;60s启动,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Serverless; Serverless平台 | 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QKD/量子加密/BB84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无条件安全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量子加密; 量子白皮书发布 | 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HTTP/3/QUIC/Envoy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&lt;15ms, 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HTTP/3; 性能白皮书发布 | 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Crossplane/Terraform/Karmada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&lt;5min, 多云统一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跨云部署; 多云白皮书发布 | 跨云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效率+500%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量子融合; 量子白皮书发布 | 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CRYSTALS-Kyber/TLS1.3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性能+50%, 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部署复杂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后量子; 后量子白皮书发布 | 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&gt;1000km, 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量子通信; 量子白皮书发布 | 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量子网络/量子中继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覆盖50%, &gt;3000km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中继部署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量子网络; 量子发布 | 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覆盖95%, &gt;4000km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全球架构试点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全球量子试点; 量子互联网试点 | 全球量子试点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&gt;5000km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全球量子; 量子互联网试验 | 全球量子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000" b="1">
                <a:solidFill>
                  <a:srgbClr val="64B4FF"/>
                </a:solidFill>
                <a:latin typeface="Microsoft YaHei"/>
              </a:rPr>
              <a:t>免责声明与数据来源说明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3268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l"/>
            <a:r>
              <a:rPr sz="1000">
                <a:solidFill>
                  <a:srgbClr val="B4C8E6"/>
                </a:solidFill>
                <a:latin typeface="Microsoft YaHei"/>
              </a:rPr>
              <a:t>【免责声明】
1. 本PPT所有内容均为基于行业趋势推演的合理预测，不代表真实未来；
2. 技术术语引用自公开文献或合理推测，实际发展可能有所不同；
3. 本文件仅供学习参考，不构成任何投资建议或商业决策依据；
4. 所有预测数据均为模拟推演，实际结果可能与预测存在差异；
5. 本文件内容受著作权保护，未经授权禁止商用传播；
6. 技术预测截至2035年，更长远的未来（2040-2050）因存在技术奇点不确定性，暂未展开；
7. 2031-2034年属于技术平稳积累期，无重大突破，故合并展示。
【数据来源说明】
- AI模型信息参考自OpenAI、Google、Anthropic、DeepSeek、百度等厂商公开信息；
- 技术趋势参考Gartner技术趋势报告、IDC全球AI支出指南、工信部人工智能发展规划；
- 量子计算信息参考IBM、Google、中科院量子信息与量子科技创新研究院公开进展；
- 行业标准参考ISO/IEC、W3C、IEEE等国际标准化组织公开文档；
- 市场预测参考麦肯锡全球AI报告、德勤科技趋势报告、信通院人工智能白皮书；
- 所有时间节点为合理预测，实际落地时间可能因技术突破或阻碍而变化；
- 所有模拟数据均不构成对实际技术发展路径的承诺。
【风险提示】
- 技术发展存在不确定性，实际进度可能因技术突破或阻碍而变化；
- 监管政策可能对技术发展方向产生影响；
- 市场竞争格局可能发生变化；
- 人才供应可能影响技术落地进度。
© 2026 A2A PROTOCOL - 仅供学习参考，禁止商用</a:t>
            </a:r>
          </a:p>
        </p:txBody>
      </p:sp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3241</Words>
  <Application>Microsoft Office PowerPoint</Application>
  <PresentationFormat>自定义</PresentationFormat>
  <Paragraphs>2131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A2A协议2.0：AI智能体演进路线图（2026-2035）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晓冬 何</cp:lastModifiedBy>
  <cp:revision>1</cp:revision>
  <dcterms:created xsi:type="dcterms:W3CDTF">2013-01-27T09:14:16Z</dcterms:created>
  <dcterms:modified xsi:type="dcterms:W3CDTF">2026-05-24T02:03:49Z</dcterms:modified>
  <cp:category/>
</cp:coreProperties>
</file>