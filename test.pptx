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 b="1"/>
            </a:pPr>
            <a:r>
              <a:t>测试章节标题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828800"/>
          <a:ext cx="13533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3383280"/>
                <a:gridCol w="3383280"/>
                <a:gridCol w="3383280"/>
              </a:tblGrid>
              <a:tr h="12801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列1</a:t>
                      </a:r>
                    </a:p>
                  </a:txBody>
                  <a:tcPr>
                    <a:solidFill>
                      <a:srgbClr val="0064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列2</a:t>
                      </a:r>
                    </a:p>
                  </a:txBody>
                  <a:tcPr>
                    <a:solidFill>
                      <a:srgbClr val="0064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列3</a:t>
                      </a:r>
                    </a:p>
                  </a:txBody>
                  <a:tcPr>
                    <a:solidFill>
                      <a:srgbClr val="0064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列4</a:t>
                      </a:r>
                    </a:p>
                  </a:txBody>
                  <a:tcPr>
                    <a:solidFill>
                      <a:srgbClr val="0064C8"/>
                    </a:solidFill>
                  </a:tcPr>
                </a:tc>
              </a:tr>
              <a:tr h="128016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数据1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数据2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数据3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数据4</a:t>
                      </a:r>
                    </a:p>
                  </a:txBody>
                  <a:tcPr/>
                </a:tc>
              </a:tr>
              <a:tr h="128016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数据5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数据6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数据7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数据8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