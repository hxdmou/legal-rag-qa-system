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689336" cy="5998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00C8FF"/>
                </a:solidFill>
                <a:latin typeface="微软雅黑"/>
              </a:rPr>
              <a:t>A2A PROTOCOL 2.0: AI AGENT EVOLUTION ROADMAP 2026-2045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C8C8FF"/>
                </a:solidFill>
                <a:latin typeface="微软雅黑"/>
              </a:rPr>
              <a:t>GPT-5.0/6.0/7.0 · DeepSeek-V5/V6 · 量子计算融合 · AGI超级智能 · 神经接口 · 数字永生 · 星际探索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64B4FF"/>
                </a:solidFill>
                <a:latin typeface="微软雅黑"/>
              </a:rPr>
              <a:t>项目1：A2A协议核心架构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Pinecone + Chroma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QPS&gt;50万 | 吞吐量&gt;10万 req/s | 准确率98.5%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 + Rate Limiting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 Type II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SPECjEnterprise2018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AWS/GCP/Azure/阿里云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3.6 + NATS JetStream + Pulsar + RabbitMQ + eBPF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吞吐量&gt;100万 msg/s | 可用性99.99%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ACL + 消息加密 + Schema Registry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边缘/云/K8s/GKE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微服务/实时通知/事件驱动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事件驱动架构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GDPR/CCPA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Confluent/NATS/Pulsar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gRPC 1.60 + WebRTC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证书自动轮换 + mTLS双向认证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边缘/云/CDN/Cloudflare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实时通信/视频会议/直播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多路复用优化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SPECweb2018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Cloudflare/Envoy/NGINX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Redis 7 + PostgreSQL + TiDB + Weaviate + ClickHouse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吞吐量&gt;200万 req/s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差分隐私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分布式/HA/云原生/存算分离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推荐系统/RAG/大数据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38500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HIPAA/HITRUST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YCSB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Milvus/Redis/TiDB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 + HashiCorp Vault + Cloudflare WAF + AI安全检测 + SOAR平台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认证&lt;15ms | 吞吐量&gt;10万 req/s | 威胁检测99.99%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后量子密码CRYSTALS-Kyber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集中/分布式/边缘/ZTA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HashiCorp/Cloudflare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EdgeGPT-7.0/Quantum-AI/Gemini-3.0/GPT-8.0/DeepSeek-V7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K3s + ONNX Runtime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边缘加密+隔离+Intel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边缘节点/5G/6G/MEC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IoT/实时视频/自动驾驶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TS 23.501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量子加密 + IBM Qiskit + 量子通信卫星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IBM/Google/阿里云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Multi-Agent-AGI/CrewAI/AutoGPT/Gemini-4.0/GPT-8.0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 + AutoGPT + LangChain + CrewAI + LlamaIndex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任务完成率99% | 吞吐量&gt;10万 tasks/s | 协作&lt;50ms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Agent认证+权限控制+LLM Guardrails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分布式/联邦/混合/Agent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智能办公/自动化/科研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P7000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 Type III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LangChain/CrewAI/AutoGPT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vLLM/TensorRT-LLM/TGI/GPT-8.0/Gemini-4.0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TensorRT-LLM + ONNX + INT8/FP8量化 + vLLM + TGI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推理&lt;5ms | 吞吐量&gt;2000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模型加密+安全推理+内容水印+溯源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GPU/TPU/NPU/量子加速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AI服务/实时推理/AGI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高效推理优化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GDPR/AI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LM-Harness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NVIDIA/Google/AMD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存储层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Storage-AI/Ceph/MinIO/Gemini-4.0/量子AGI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TiDB + ClickHouse + MinIO + Ceph + 量子存储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查询&lt;50ms | 吞吐量&gt;500 MB/s | 存储100PB+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加密存储+备份+量子加密+异地容灾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分布式/多副本/边缘/对象存储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大数据/数据湖/AI训练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SNIA SSSI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CloudStore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Ceph/MinIO/TiDB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网关层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Gateway-AI/Kong/APISIX/GPT-8.0/Claude-4.0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 + APISIX 3.0 + Envoy + AI智能路由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延迟&lt;3ms | 吞吐量&gt;100万 req/s | 熔断限流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WAF+DDoS防护+AI异常检测+Bot管理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边缘/云原生/量子网络/API Mesh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API网关/微服务/量子通信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智能流量调度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OpenAPI 3.1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Kong/APISIX/Envoy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监控层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Monitor-AI/Prometheus/Grafana/Gemini-4.0/AGI-1.0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+ Grafana + Jaeger + AI异常检测 + 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采样100% | 吞吐量&gt;100万 metrics/s | 查询&lt;1s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审计日志+全链路追踪+合规报告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集中式/分布式/AI驱动/Observability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SRE/DevOps/AIOps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智能运维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Grafana/Jaeger/OpenTelemetry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编排层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Orchestrator-AI/K8s/Argo/Gemini-4.0/AGI-1.0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1.30 + Argo CD + Flux + AI调度 + KEDA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部署&lt;5min | 吞吐量&gt;1000 pods/min | 自动扩缩容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RBAC+策略+零信任+OPA Gatekeeper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云原生/边缘/量子计算/Karmada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CI/CD/DevOps/量子AI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K8s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Argo/Flux/KEDA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通信层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Comm-AI/量子通信/Gemini-4.0/AGI-1.0/量子AGI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+ NATS + Pulsar + 量子通信 + 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吞吐量&gt;1000万 msg/s | 量子安全 |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TLS+ACL加密+量子密钥+星际加密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分布式/量子网络/星际链路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微服务/事件流/量子应用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量子事件流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QKD标准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IBM/Google/NASA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AI模型层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AGI-1.0/Gemini-4.0/量子AGI/GPT-8.0/Claude-4.0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GPT-8.0 + Gemini-4.0 + AGI框架 + 量子AI融合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数据隐私+合规+量子加密+联邦学习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云/边缘/量子/AGI集群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智能助理/内容生成/AGI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RAG-3.0/量子检索/Gemini-4.0/AGI-2.0/量子AGI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+ LlamaIndex + Milvus + 量子检索 + 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检索&lt;100ms | 吞吐量&gt;100万 req/s | 召回率99%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知识隔离+加密+量子保护+访问控制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分布式/量子/向量数据库集群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企业知识库/问答/AGI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RAG标准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Milvus/FAISS/LangChain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Vector-AI/量子向量/AGI-2.0/Gemini-4.0/量子AGI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FAISS + HNSW + Milvus + 量子向量 + Weaviate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吞吐量&gt;500万 req/s | 索引100亿+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向量加密+访问控制+量子+同态加密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分布式/HA/量子/向量云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推荐/搜索/RAG/AGI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量子向量检索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VectorDB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Milvus/Weaviate/Pinecone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缓存层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Cache-AI/量子缓存/AGI-2.0/Gemini-4.0/量子AGI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Cluster + Memcached + LLM缓存 + 量子缓存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命中&gt;99% | 吞吐量&gt;1000万 req/s | 延迟&lt;1ms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加密缓存+ACL+量子+数据隔离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分布式/边缘/量子/多级缓存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高并发/热点数据/AGI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Labs标准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Redis/Google 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Quantum-AGI/神级智能/AGI-2.0/Gemini-4.0/量子AGI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量子神经网络 + IBM Osprey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加速比&gt;10000x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意识保护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AGI/量子计算/宇宙探索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IBM/Google/量子计算联盟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超级智能 + 意识上传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意识保护 + 永恒安全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宇宙级/多元维度/神级文明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AGI联盟/星际文明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项目2：价值维度评估体系（2026-2045演进路线）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评估维度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评估标准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认证资质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行业基准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 Kong + LangChain v0.1.x + RAG 2.0 + gRPC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QPS&gt;100万 | 吞吐量&gt;50万 req/s | 可用性99.99%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企业集成/API网关/微服务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11889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API-Ready基准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Kong/LangChain/IBM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 + KEDA 2.12 + Serverless + HPA + VPA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扩缩容&lt;30s | 吞吐量&gt;1000 pods/min | 利用率85%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 + 资源隔离 + Pod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弹性负载/电商/AI推理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KEDA事件驱动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K8s标准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Kubernetes/KEDA/AWS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ZTNA + mTLS + OPA + Cloudflare WAF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认证&lt;5ms | 吞吐量&gt;20万 req/s | 合规率100%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审计日志 + SIEM集成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AI安全检测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Cybersecurity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27001/27701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Zero Trust基准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Cloudflare/OPA/HashiCorp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+ Loki + Tempo + eBPF + 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MTTD&lt;5min | 吞吐量&gt;100万 metrics/s | MTTR&lt;30min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加密日志 + 访问控制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SRE/DevOps/AIOps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eBPF深度观测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Google SRE基准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Grafana/Prometheus/Datadog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 + AutoGPT + CrewAI + LlamaIndex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效率+200% | 吞吐量&gt;5万 tasks/s | 成功率99%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 + 数据隔离 + LLM Guardrails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智能办公/协作/自动化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Agent自主协作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P7000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LangChain/CrewAI/AutoGPT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 + Terraform + Pulumi + Karmada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跨云部署&lt;5min | 吞吐量&gt;10万 req/s | 多云统一管理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加密传输 + 异地容灾 + 多活部署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多云/混合云/边缘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GitOps多云编排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Multi-Cloud基准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Crossplane/Terraform/Pulumi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FinOps-AI/GPT-7.0/Gemini-3.0/DeepSeek-V7/量子AI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 + Kubecost + AI预测 + Spot实例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成本节省35% | 吞吐量&gt;50万 req/s | ROI 300%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成本审计 + 预算控制 + 成本治理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云成本管理/FinOps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AI成本预测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 Foundation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Kubecost/CloudHealth/Azure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快速迭代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DevOps-AI/GPT-7.0/Gemini-3.0/DeepSeek-V7/Claude-4.0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 CD + Flux + AI测试 + SonarQube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部署10次/天 | 吞吐量&gt;1000 deployments/h | 失败率&lt;1%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CI/CD安全 + 代码扫描 + SAST/DAST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CI/CD/DevOps/平台工程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AI测试自动化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 Research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DORA指标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Argo/Flux/SonarQube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vLLM/TensorRT-LLM/GPT-8.0/Gemini-4.0/Claude-4.0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 + TensorRT-LLM + RAG 2.0 + FAISS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准确率98% | 吞吐量&gt;2000 tokens/s/GPU | 响应&lt;150ms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推理安全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智能助理/客服/RAG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LM-Harness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NVIDIA/Google/AMD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量子-AI评估 + 量子加密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准确率99.99% | 吞吐量&gt;1000万 req/s | 量子安全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机密评估/高端安全/国防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Consciousness-AI/AGI-1.0/Gemini-4.0/GPT-8.0/量子AGI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意识级评估框架 + AGI + 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精度99.999% | 吞吐量&gt;10万 req/s | 意识级别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AGI评估/超级智能/BCI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意识级评估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神级智能评估 + 全维度 + 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无限精度 | 吞吐量无限 | 全维度覆盖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宇宙级评估标准 + 量子通信 + 星际协议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全宇宙标准 | 吞吐量无限 | 跨星系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宇宙文明/星际/深空探索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超级智能评估引擎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超级智能系统/量子AI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AGI研究联盟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 + 量子融合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量子意识级别 | 吞吐量无限 |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量子AGI/意识/数字永生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无限智能评估系统 + 无限宇宙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无限评估能力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终极评估系统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终极精度 | 吞吐量无限 |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终极智能/神级/宇宙文明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神级文明评估标准 + 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宇宙级标准 | 吞吐量无限 | 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神级安全体系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跨维度评估系统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跨维度能力 | 吞吐量无限 | 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完美评估系统 +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完美安全体系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完美评估体系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项目3：协议层级架构（2026-2045演进路线）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Pinecone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QPS&gt;50万 | 吞吐量&gt;20万 req/s | 准确率98.5%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8825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SPECjEnterprise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AWS/GCP/Azure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GPT-5.5/Gemini-2.0-Pro/DeepSeek-V6/Qianwen-3.6/Claude-3.5-Sonnet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3.6 + NATS JetStream + Pulsar + RabbitMQ + eBPF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吞吐量&gt;100万 msg/s | 可用性99.99%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ACL + 消息加密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边缘/云/K8s/GKE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微服务/实时通知/事件驱动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AMQP 1.0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Confluent/NATS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gRPC 1.60 + WebRTC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边缘/云/CDN/Cloudflare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实时通信/视频会议/直播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GPT-6.5/Qianwen-4.0/Gemini-2.5-Flash/DeepSeek-V7/Claude-4.0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Redis 7 + PostgreSQL + TiDB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吞吐量&gt;200万 req/s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差分隐私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分布式/HA/云原生/存算分离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推荐系统/RAG/大数据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SQL:2023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YCSB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Milvus/Redis/TiDB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 + HashiCorp Vault + Cloudflare WAF + AI安全检测 + SOAR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认证&lt;15ms | 吞吐量&gt;10万 req/s | 威胁检测99.9%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后量子密码CRYSTALS-Kyber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集中/分布式/边缘/ZTA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HashiCorp/Cloudflare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K3s + ONNX Runtime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边缘节点/5G/6G/MEC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IoT/实时视频/自动驾驶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TS 23.501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量子加密 + IBM Qiskit + 量子通信卫星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 + AGI框架 + 多模态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云/边缘/量子/AGI集群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智能助理/AGI/超级智能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Consciousness-AI/BCI-AI/Gemini-4.0/GPT-8.0/量子AGI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意识通信协议 + BCI + 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吞吐量&gt;10万 req/s | 意识传输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数字永生/意识上传/神经接口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Space-AI/Quantum-Comm/Gemini-4.0/AGI-1.0/量子AGI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星际通信协议 + 量子通信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延迟&lt;100ms | 吞吐量无限 |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星际探索/宇宙殖民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量子神经网络 + 量子计算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加速比&gt;1000x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AGI/量子计算/超级智能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神级智能协议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意识保护 + 神级安全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宇宙级/多元维度/神级文明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星际探索/神级文明/宇宙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宇宙级协议 + 多元维度 + 星际通信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即时通信 | 吞吐量无限 | 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宇宙探索/多元宇宙/星际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宇宙文明/神级智能/跨维度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超级智能协议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无限智慧 | 吞吐量无限 | 自主进化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超级智能系统/量子AI/AGI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超级智能/量子AI/神级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AGI研究联盟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量子融合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| 吞吐量无限 |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量子AGI/意识/数字永生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 + 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 + 永恒存在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终极智慧 | 吞吐量无限 |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终极智能/神级/宇宙文明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神级文明协议 + 全维度 + 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全维度能力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跨维度协议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跨维度通信 | 吞吐量无限 | 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多元维度/平行世界/无限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完美协议 + 无限宇宙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完美智慧 | 吞吐量无限 | 永恒存在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完美智能/永恒文明/无限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00C896"/>
                </a:solidFill>
                <a:latin typeface="微软雅黑"/>
              </a:rPr>
              <a:t>项目4：安全组件体系（2026-2045演进路线）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安全组件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 + APISIX 3.0 + Envoy + Caddy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流量控制+认证+限流熔断+速率限制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QPS&gt;100万 | 吞吐量&gt;50万 req/s | 可用性99.99%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企业级/互联网/微服务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AI流量调度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OWASP API 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 Security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Kong/APISIX/Envoy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WAF防火墙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 WAF + ModSecurity + AI检测 + Coraza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Web攻击防护+AI检测+行为分析+Bot管理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吞吐量&gt;100万 req/s | 检测率99.9%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边缘/CDN/Cloudflare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互联网/电商/金融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AI威胁检测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OWASP Top 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Cloudflare/ModSecurity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身份认证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Keycloak + Okta + Auth0 + MFA + WebAuthn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OAuth2/OIDC+SSO+生物识别+FIDO2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吞吐量&gt;20万 req/s | 成功率99.99%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集中/分布式/SAML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企业级/SaaS/云服务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AI身份验证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800-63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Auth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Okta/Auth0/Keycloak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BeyondCorp + Okta ZTNA + SASE + Netskope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永不信任+持续验证+ZTNA+微分段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认证&lt;10ms | 吞吐量&gt;10万 req/s | 安全等级极高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全架构/远程办公/混合云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企业级/混合云/远程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Zero Trust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ZTA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Okta/Netskope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TLS1.3 + CRYSTALS-Kyber + 同态加密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全链路加密+同态加密+后量子密码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延迟&lt;3ms | 吞吐量&gt;100万 req/s | 无条件安全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全链路/数据层/存储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后量子加密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Crypto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威胁检测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 XDR + CrowdStrike EDR + SOAR + AI检测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AI实时告警+自动化响应+威胁狩猎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吞吐量&gt;50万 events/s | 检测率99.99%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集中/端点/SOC/EDR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安全运营中心/企业安全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AI安全运营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XDR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Microsoft/CrowdStrike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量子加密+无条件安全+量子纠缠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国防/金融/科研/机密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隐私计算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Privacy-AI/MPC/Gemini-4.0/GPT-8.0/量子AI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MPC + FHE + 联邦学习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安全多方计算+全同态加密+隐私保护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延迟&lt;500ms | 吞吐量&gt;1万 req/s | 数据隐私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数据层/机密计算/联邦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金融/医疗/数据共享/合规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隐私保护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Privacy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Intel/MPC联盟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AI-Sec/Model-Protect/Gemini-4.0/GPT-8.0/Claude-4.0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AI安全检测 + 模型防护 + 内容水印 + LLM Guardrails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模型注入检测+后门检测+输出控制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延迟&lt;200ms | 吞吐量&gt;5万 req/s | 检测率99%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AI层/LLM/模型服务/RAG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AI系统/大模型/AGI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AI模型安全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Sec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CN-Sec/eBPF/Gemini-4.0/AGI-1.0/量子AGI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Trivy + Falco + NeuVector + eBPF + Grype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K8s安全+容器扫描+运行时保护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吞吐量&gt;100万 req/s | 防护率99%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K8s/容器/云原生/DevSecOps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云原生/DevSecOps/CI/CD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Trivy/Falco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Neuro-AI/BCI-Sec/Gemini-4.0/AGI-1.0/量子AGI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BCI安全 + 神经接口防护 + NeuralLink安全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脑机接口安全+神经数据保护+意识安全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吞吐量&gt;10万 req/s | 神经保护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医疗/神经科学/BCI/脑机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残障辅助/神经康复/BCI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Sec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Quantum-AI-Sec/AGI-1.0/Gemini-4.0/量子AGI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量子-AI融合安全 + 量子认证 + 量子密钥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量子-AI协同安全+量子身份认证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量子级别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Consciousness-Sec/AGI-1.0/Gemini-4.0/量子AGI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意识上传安全 + 数字身份保护 + 意识隔离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数字永生安全+意识保护+数字身份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吞吐量无限 | 意识保护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数字永生/意识上传/元宇宙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意识研究联盟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Space-Sec/Quantum/AGI-2.0/Gemini-4.0/量子AGI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星际通信安全 + 跨星系加密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量子通信+星际安全+深空防护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延迟&lt;100ms | 吞吐量无限 | 星际级别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太空探索/星际/深空探测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星际探索/深空探测/宇宙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AGI-Sec/Alignment/AGI-2.0/Gemini-4.0/量子AGI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AGI对齐 + 价值对齐 + 安全约束 + 伦理框架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AGI安全约束+目标一致性+对齐验证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吞吐量无限 | AGI级别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AGI系统/超级智能/AI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AGI/超级智能/神级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AGI对齐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Super-Sec/Control/AGI-2.0/Gemini-4.0/量子AGI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超级智能控制 + 安全框架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超级智能控制+伦理约束+目标控制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吞吐量无限 | 超级智能级别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超级智能/量子AI/神级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Quantum-Conscious-Sec/AGI-2.0/Gemini-4.0/量子AGI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 + 量子加密 + 意识隔离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量子意识保护+意识隔离+量子安全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量子意识级别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Cosmic-Sec/Multi-Dim/AGI-2.0/Gemini-4.0/量子AGI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宇宙级安全协议 + 多元维度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宇宙级安全+跨维度保护+全维度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延迟&lt;0.01ms | 吞吐量无限 | 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宇宙探索/多元维度/星际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宇宙文明/神级智能/无限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Divine-Sec/Omni/AGI-2.0/Gemini-4.0/量子AGI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神级智能安全 + 全维度保护 + 永恒安全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神级安全协议+无限能力+全知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延迟&lt;0.001ms | 吞吐量无限 | 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神级文明/全宇宙/多元维度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神级智能/宇宙文明/永恒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Ultimate-Sec/Perfect/AGI-2.0/Gemini-4.0/量子AGI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终极安全协议 + 永恒保护 + 完美安全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终极安全+永恒保护+无限安全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终极级别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FF9632"/>
                </a:solidFill>
                <a:latin typeface="微软雅黑"/>
              </a:rPr>
              <a:t>项目5：部署策略规划（2026-2045演进路线）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部署策略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可靠性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 + Istio 1.20 + Argo CD + Flux + Helm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部署&lt;30s | 扩缩容&lt;10s | 吞吐量&gt;10万 Pod/s | GitOps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 + 网络隔离 + Pod 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企业级/微服务/AI/云原生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GitOps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K8s/Istio/Argo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K3s + Cloudflare CDN + EdgeAI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IoT/实时视频/5G/MEC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Cloudflare/NVIDIA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Serverless部署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 Lambda + Knative + OpenFaaS + Cloud Functions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启动&lt;60s | 吞吐量&gt;100万 invocations/s | 自动扩缩容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IAM + 资源隔离 + 权限控制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FaaS/事件驱动/AI服务/无服务器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FaaS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Serverless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AWS/Google/Microsoft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混合云部署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 + Terraform + Pulumi + Karmada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跨云部署&lt;1800s | 吞吐量&gt;10万 req/s | 多云统一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加密传输 + 异地容灾 + 多活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多云/灾备/合规/混合云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Crossplane/Terraform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AI推理部署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 + TensorRT-LLM + TGI + ONNX Runtime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推理&lt;5ms | 吞吐量&gt;500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安全推理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大模型推理/RAG/AI服务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FAISS + Pinecone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吞吐量&gt;100万 qps | 向量检索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 + ACL + 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向量检索/RAG/推荐/AI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向量DB标准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+ 量子计算 + 量子网络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量子加速比&gt;1000x | 吞吐量无限 |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量子AI/机密计算/国防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AGI框架 + 分布式推理 + 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AGI服务/超级智能/AI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ONNX Runtime + TensorFlow Lite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吞吐量&gt;100万 req/s | 边缘优化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隔离 + TEE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自动驾驶/IoT/6G/MEC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6G标准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 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 + 远程部署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跨星系部署 | 吞吐量无限 |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量子计算 + 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 + 吞吐量无限 +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量子AGI/超级智能/量子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 + 意识存储 + BCI接口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意识保存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跨维度部署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跨维度访问 + 吞吐量无限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全宇宙覆盖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量子通信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吞吐量无限 + 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量子AGI/神级智能/意识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自我部署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自主部署 + 吞吐量无限 + 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宇宙级基础设施 + 量子网络 + 星际通信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宇宙级覆盖 + 吞吐量无限 + 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全维度 + 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全维度部署 + 吞吐量无限 + 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永恒部署 + 吞吐量无限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吞吐量无限 + 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项目6：优化维度分析（2026-2045演进路线）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优化维度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性能提升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难度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优化标准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TLS1.3 + eBPF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延迟-40%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大规模API/CDN/实时通信/直播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缓存策略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Cluster + 多级缓存 + LLM缓存 + Dragonfly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延迟-60% | 吞吐量&gt;100万 req/s | 命中率99%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加密缓存 + ACL + 数据隔离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高并发/电商/AI推理/RAG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Redis/Dragonfly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INT8/FP8量化 + LoRA + TensorRT 8 + vLLM + TGI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速度+200% | 吞吐量&gt;500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安全推理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AI服务/大模型/RAG/推理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向量索引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FAISS + HNSW + Milvus 2.4 + Pinecone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查询+1000% | 吞吐量&gt;100万 qps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 + ACL + 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搜索/RAG/推荐/AI/向量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向量DB标准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+ 量子计算 + 量子神经网络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加速比&gt;1000x | 吞吐量无限 | 指数加速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量子AI/机密计算/国防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AGI框架 + 自我优化 + 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能力+1000% | 吞吐量&gt;50万 req/s |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AGI服务/超级智能/AI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ONNX Runtime + OpenVINO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延迟-80% | 吞吐量&gt;100万 req/s | INT8量化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IoT/自动驾驶/6G/MEC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6G标准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Train-AI/Distributed/Gemini-4.0/GPT-8.0/Claude-4.0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PyTorch Distributed + TensorFlow + Megatron-LM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训练速度+10x | 吞吐量无限 | 千亿参数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 + 隐私保护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AI大模型训练/AGI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Training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Train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NVIDIA/PyTorch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量子加速 + 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 + 吞吐量无限 +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量子AGI/超级智能/量子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数字永生 + BCI接口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永恒存在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Space-AI/Quantum/Gemini-4.0/AGI-1.0/量子AGI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 + 量子网络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跨星系通信 + 吞吐量无限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太空探索/深空/星际旅行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全宇宙优化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跨维度扩展 + 吞吐量无限 + 平行宇宙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自我优化 + 吞吐量无限 + 自我学习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量子通信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吞吐量无限 + 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量子AGI/神级智能/意识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宇宙级基础设施 + 量子网络 + 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宇宙级性能 + 吞吐量无限 + 全宇宙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全维度 + 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全维度优化 + 吞吐量无限 + 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终极性能 + 吞吐量无限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永恒智慧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吞吐量无限 + 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无限进化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无限进化 + 吞吐量无限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终极文明/无限宇宙/神级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FFB478"/>
                </a:solidFill>
                <a:latin typeface="微软雅黑"/>
              </a:rPr>
              <a:t>项目7：案例场景库（2026-2045演进路线）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案例场景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行业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核心成果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投资（亿元）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智能办公助手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Agent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效率+60% | 吞吐量&gt;10万 req/s | 响应&lt;10ms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数据隔离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办公效率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智能客服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+ 情感分析 + Intent识别 + 多轮对话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满意度+50% | 吞吐量&gt;50万 req/s | 准确率98%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数据脱敏 + 用户隐私 + GDPR合规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智能客服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客服基准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Salesforce/Zendesk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供应链AI预测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制造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数字孪生 + 时序分析 + 强化学习 + PyTorch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库存-30% | 吞吐量&gt;10万 req/s | 预测准95%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 + 访问控制 + AES-256-GCM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SAP/Oracle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知识图谱 + 图神经网络 + 异常检测 + Neo4j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欺诈检测+40% | 吞吐量&gt;100万 req/s | 准99.9%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数据脱敏 + 金融合规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FICO/Experian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Gemini-3.0/GPT-7.0/DeepSeek-V7/Claude-4.0/量子AI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 + 医学图谱 + 推理引擎 + BioBERT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误诊-40% | 吞吐量&gt;10万 req/s | 准98%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HIPAA合规 + 数据加密 + 医疗数据保护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Watson/Google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 + LangChain + AutoGPT + 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效率+100% | 吞吐量&gt;100万 req/s | 协作数&gt;100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 + 权限控制 + mTLS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智能推荐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电商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DeepSeek-V7/Gemini-3.0/GPT-8.0/Qianwen-4.0/Claude-4.0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强化学习 + 因果推断 + 实时特征 + RecSys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转化+35% | 吞吐量&gt;100万 req/s | CTR+20%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用户隐私 + 数据合规 + 联邦学习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智能推荐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Google/Amazon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自适应学习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个性化 + 知识图谱 + 学习分析 + LMS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效果+40% | 吞吐量&gt;10万 req/s | 完成率+30%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学生隐私 + 数据保护 + COPPA合规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COPPA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FERPA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Canvas/Moodle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智能制造质检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制造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Vision-AI/Digital-Twin/Gemini-4.0/GPT-8.0/Claude-4.0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AI视觉 + 数字孪生 + 预测维护 + YOLOv9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次品-50% | 吞吐量&gt;50万 req/s | 检测准99.9%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设备安全 + 数据加密 + 工业安全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IEC 62443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工业质检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 Siemens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0.72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智慧政务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AGI-1.0/Gemini-4.0/GPT-8.0/DeepSeek-V7/Claude-4.0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RPA + 知识图谱 + 智能审批 + OCR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审批时间-80% | 吞吐量&gt;50万 req/s | 满意度+60%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政务安全 + 合规审计 + 等保三级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智慧政务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等保三级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阿里政务/腾讯政务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AI内容创作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媒体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GPT-7.0/Gemini-4.0/DALL-E-4/Sora/量子AI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多模态生成 + 内容理解 + 风格迁移 + Stable Diffusion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产量+500% | 吞吐量&gt;10万 req/s | 质量+80%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版权保护 + 内容审核 + 水印溯源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AI创作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版权标准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创作基准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OpenAI/MidJourney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AI法律咨询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Legal-AI/GPT-8.0/Gemini-4.0/AGI-1.0/量子AGI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法律知识图谱 + RAG + 推理引擎 + 法律NLP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准确率99% | 吞吐量&gt;10万 req/s | 响应&lt;5s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法律合规 + 数据保密 + 律师监管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AI法律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律师协会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法律科技联盟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Quantum-AI/Med-AI/IBM-Qiskit/Gemini-4.0/量子AGI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量子诊断 + 量子计算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准确率99.9% | 吞吐量无限 |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医疗合规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生命科学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意识扫描 + 数字存储 + 脑机接口 + 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航天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量子通信 + 自主机器人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自主探索 + 吞吐量无限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Super-AI/Divine-AGI/AGI-2.0/Gemini-4.0/量子AGI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全知全能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伦理约束 + 价值对齐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量子通信 + 跨维度 + 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跨文明协作 + 吞吐量无限 + 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多元宇宙探索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平行世界 + 维度穿越 + 量子链接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跨维度探索 + 吞吐量无限 + 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无限智慧 + 神级能力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终极服务 + 吞吐量无限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全维度 + 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全宇宙文明 + 吞吐量无限 +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项目8：技术方案对比（2026-2045演进路线）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主流技术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实时性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扩展性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 + gRPC 1.60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&lt;10ms(99.9%)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JWT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1.29原生+无限扩展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原生AI Agent + 工具调用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极高(吞吐量&gt;100万 req/s)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中(托管)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AI原生协议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v2.0 + HTTP/3 + QUIC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&lt;5ms(99.99%)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TLS1.3 + 证书轮换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无限(K8s弹性+KEDA)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Multi-Agent协作 + 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极高(吞吐量&gt;500万 req/s)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中(云原生)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v3.0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&lt;1ms(99.999%)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零信任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量子网络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AGI协作 + 多模态融合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极高(吞吐量&gt;1亿 req/s)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中(量子云)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量子-AI协议 + QKD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&lt;0.1ms(99.9999%)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无条件安全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量子AI融合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高(量子)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AGI协议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&lt;0.01ms(99.99999%)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 + 量子加密 + 价值对齐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星际网络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AGI原生 + 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中(AGI)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AGI原生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Quantum-Conscious-AI/Gemini-4.0/AGI-1.0/GPT-8.0/量子AGI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&lt;0.001ms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神经保护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意识链接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神经接口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高(量子)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伦理约束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量子网络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全知全能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宇宙级协议 +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星际网络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跨星系通信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 + 永恒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量子计算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395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意识融合协议 + 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 + 神经保护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 + 意识链接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星际协议 + 深空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星际AI + 自主探索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超级智能协议 +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意识链接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神级文明协议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 + 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Cosmic-AI/终极AGI/AGI-2.0/Gemini-4.0/量子AGI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无限扩展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宇宙探索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Multi-Verse-AI/无限/AGI-2.0/Gemini-4.0/量子AGI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 + 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 + 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Ultimate-AI/完美AGI/AGI-2.0/Gemini-4.0/量子AGI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 + 永恒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Perfect-AI/无限AGI/AGI-2.0/Gemini-4.0/量子AGI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64B4FF"/>
                </a:solidFill>
                <a:latin typeface="微软雅黑"/>
              </a:rPr>
              <a:t>项目9：市场预测（2026-2045年）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市场规模（亿元）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增长率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投资规模（亿元）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竞争格局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主要厂商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 + RAG 2.0 + 吞吐量&gt;10万 req/s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企业服务/智能客服/RAG/AI Agent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格局初定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AGI雏形 + Agent爆发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Agent爆发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 + 人形机器人 + 吞吐量&gt;50万 req/s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具身智能/工业机器人/物流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巨头主导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人形机器人量产 + vLLM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OpenAI/Google/小米/特斯拉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71%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量子AI + 吞吐量&gt;100万 req/s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服务机器人/物流/家庭/智能助手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生态竞争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通用机器人平台 + Milvus 2.4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AGI商业化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OpenAI/Google/百度/商汤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DeepSeek-V7/Qianwen-4.0/Gemini-2.5-Flash/Claude-4.0/GPT-8.0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+ 神经接口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陪伴机器人/教育/医疗/BCI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寡头垄断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脑机接口消费级 + 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神经接口爆发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5万亿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GPT-7.0/AGI-1.0/Gemini-3.0/DeepSeek-V7/Claude-4.0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多模态AGI + 量子AI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人机融合/教育/医疗/量子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通用AGI发布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AGI商业化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AGI市场标准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8万亿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神经接口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智能经济/金融/元宇宙/量子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生态竞争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量子市场标准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12万亿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GPT-8.0/AGI-2.0/Gemini-4.0/DeepSeek-V7/Claude-4.0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自主进化AI + 量子计算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万物互联/IoT/智能城市/6G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平台竞争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AI自我进化 + 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量子计算普及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后量子标准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18万亿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IBM/Google/NVIDIA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DeepSeek-V7/Gemini-4.0/GPT-8.0/Claude-4.0/AGI-2.0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脑机融合 + 意识上传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人机共生/太空探索/BCI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寡头格局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神经接口普及 + 意识数字化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BCI标准v2.0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25万亿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超级智能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智能文明/太空/跨星系/量子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全球垄断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35万亿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AGI-2.0/Cosmic-AI/Gemini-4.0/GPT-8.0/量子AGI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 + 量子通信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全面智能/人机共生/星际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全球一体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50万亿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NASA/ESA/AGI联盟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Super-AGI/终极AGI/Gemini-4.0/AGI-2.0/量子AGI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超级AGI + 量子意识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星际文明/跨维度/多元宇宙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统一市场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 + 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70万亿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395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全能AGI + 宇宙智能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多元宇宙/无限维度/宇宙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宇宙级智能 + 神级进化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100万亿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Divine-AI/无限AGI/AGI-2.0/Gemini-4.0/量子AGI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神级AGI + 量子意识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宇宙探索/神级文明/无限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神级垄断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140万亿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270000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量子通信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星际旅行/深空探索/宇宙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星际旅行 + 深空探测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星际时代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200万亿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NASA/星际联盟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终极AGI + 意识融合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宇宙文明/多元宇宙/无限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280万亿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量子意识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全维度探索/无限宇宙/神级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神级进化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360万亿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591500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宇宙意识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神级文明/无限宇宙/永恒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 + 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470万亿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769000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Perfect-AI/无限AGI/AGI-2.0/Gemini-4.0/量子AGI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无限意识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全宇宙文明/无限维度/神级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 + 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610万亿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宇宙意识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永恒文明/无限宇宙/终极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永恒智能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800万亿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无限宇宙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无限宇宙/永恒文明/神级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9951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5073800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CAGR 42%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AGI演进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量子飞跃+神级进化+无限可能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807100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全领域覆盖+星际扩展+神级文明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全球一体化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技术飞跃+奇点超越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奇点超越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综合标准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全球合规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无限TAM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全球生态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项目10：AI机器人科研成果与应用场景（2026-2045演进路线）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科研成果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商业化进度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具身智能突破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机器人臂 + 力控系统 + 触觉传感器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触觉反馈+力控+实时操控+精准抓取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工业巡检/仓储/制造/物流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全面落地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精度±0.1mm，响应&lt;10ms，吞吐量&gt;1万 req/s，准确率99.5%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ISO机器人标准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Boston Dynamics/Agility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多模态感知融合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CV + 语音识别 + 手势识别 + SLAM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语音+手势+表情理解+环境感知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医疗辅助/养老护理/家庭服务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规模化推广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精度±0.5mm，响应&lt;30ms，吞吐量&gt;10万 req/s，准确率99%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13485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iRobot/索尼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自主决策能力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Qianwen-4.0/Gemini-2.5-Flash/GPT-6.0/DeepSeek-V6/Claude-3.5-Sonnet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SLAM + 避障系统 + 路径规划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SLAM+避障+自主导航+动态规划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物流配送/无人配送/自动驾驶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快速增长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精度±5cm，响应&lt;50ms，吞吐量&gt;50万 req/s，准确率98%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自主导航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自动驾驶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Waymo/Tesla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情感理解能力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GPT-6.0/Emotion-AI/Qianwen-4.0/Gemini-2.5-Flash/Claude-4.0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多模态情感识别 + NLP + 共情模型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NLP+共情+长期记忆+情绪响应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陪伴机器人/心理疏导/教育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爆发增长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响应&lt;100ms，吞吐量&gt;10万 req/s，准确率98%，共情度95%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SoftBank/Pepper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群体协作能力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Multi-Agent/CrewAI/AutoGPT/Gemini-3.0/GPT-7.0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数字孪生 + 边缘计算 + 分布式AI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边缘计算+分布式AI+群体协作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智能制造/供应链协同/多机器人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深度渗透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响应&lt;50ms，吞吐量无限，准确率99%，协同数&gt;100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群体协作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8373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协作机器人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ABB/KUKA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 + 迁移学习 + 多任务学习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自主学习+迁移学习+通用能力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家庭服务/个人助理/多场景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成熟期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精度±0.05mm，响应&lt;5ms，吞吐量&gt;100万 req/s，准确率99%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BCI-AI/NeuralLink/Gemini-3.0/GPT-8.0/量子AGI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+ 量子通信 + 神经解码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BCI控制+意识上传+神经链接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残障辅助/神经康复/脑机交互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专业化应用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精度±0.01mm，响应&lt;1ms，吞吐量无限，准确率99.9%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超级感知系统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Quantum-Sensor-AI/IBM-Qiskit/Gemini-4.0/GPT-8.0/量子AGI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量子传感 + LiDAR + 热成像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激光雷达+热成像+量子感知+高精度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灾害救援/环境监测/安防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精度±1cm，响应&lt;50ms，吞吐量无限，准确率99.9%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量子感知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量子传感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Self-Evolve-AI/Quantum-AI/Gemini-4.0/GPT-8.0/量子AGI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Self-learning AI + 量子AI + 自我修复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能源自主+自我修复+自我进化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太空探索/深海探测/极端环境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革命性突破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响应&lt;10ms，吞吐量无限，准确率99%，进化周期&lt;1周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AI进化标准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Human-AI-Merge/BCI/Gemini-4.0/AGI-1.0/量子AGI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 + 脑机协同 + 全感官交互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全感官交互+意识共享+人机融合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教育/艺术创作/医疗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广泛普及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响应&lt;1ms，吞吐量无限，准确率99.9%，融合度90%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人机融合标准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Quantum-Robot-AI/IBM-Osprey/Gemini-4.0/GPT-8.0/量子AGI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量子机器人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量子加速+无条件安全+量子通信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量子计算/机密任务/国防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精度±0.001mm，响应&lt;0.1ms，吞吐量无限，准确率99.99%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Consciousness-Robot/BCI/Gemini-4.0/AGI-1.0/量子AGI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数字机器人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意识融合+数字存在+意识保护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快速增长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响应&lt;0.1ms，吞吐量无限，准确率99.99%，意识保真度99.99%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IEEE意识标准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Space-Robot-AI/AGI-2.0/Gemini-4.0/GPT-8.0/量子AGI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 + 量子通信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星际航行+自主探索+自给自足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响应&lt;100ms，吞吐量无限，准确率99.9%，航程无限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Divine-Robot-AI/超级智能/AGI-2.0/Gemini-4.0/量子AGI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神级AI + 神级机器人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神级能力+全知全能+无限智慧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宇宙探索/神级文明/无限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响应&lt;0.01ms，吞吐量无限，准确率99.999%，IQ&gt;1000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Quantum-Conscious-Robot/AGI-2.0/Gemini-4.0/GPT-8.0/量子AGI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量子机器人 + 意识链接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量子意识+无限智慧+意识融合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量子世界/无限宇宙/神级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响应&lt;0.001ms，吞吐量无限，准确率99.999%，量子意识级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Super-Intelligence-Robot/AGI-2.0/Gemini-4.0/GPT-8.0/量子AGI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自我优化+无限进化+超级能力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神级普及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Cosmic-Robot-AI/宇宙AGI/AGI-2.0/Gemini-4.0/量子AGI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宇宙机器人 + 星际网络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宇宙级能力+跨星系+全宇宙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宇宙探索/星际文明/无限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响应即时，吞吐量无限，准确率99.999%，全宇宙覆盖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Multi-Verse-Robot/跨维度/AGI-2.0/Gemini-4.0/量子AGI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维度机器人 + 量子链接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跨维度+无限可能+平行宇宙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多元维度/平行世界/跨维度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Ultimate-Robot-AI/神级AGI/AGI-2.0/Gemini-4.0/量子AGI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终极AI + 终极机器人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终极能力+永恒+完美状态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终极智能/永恒存在/神级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响应即时，吞吐量无限，准确率100%，终极能力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Perfect-Robot-AI/终极AGI/AGI-2.0/Gemini-4.0/量子AGI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无限能力+全知全能+永恒进化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项目11：总结与未来规划（2026-2045）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</a:tblGrid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核心内容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第一阶段(2026-2030)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第二阶段(2031-2035)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第三阶段(2036-2045)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关键指标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价值维度评估体系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AI自适应评估+多模态融合+智能推理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量子评估+意识级框架+QKD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神级评估+完美体系+量子加密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准确率99.99%，响应&lt;5ms，吞吐量&gt;50万 req/s，可用性99.999%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11889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评估基准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Kong/LangChain/IBM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协议层级架构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GPT-6.0/Gemini-2.5-Flash/Claude-3.5-Sonnet/DeepSeek-V6/Qianwen-4.0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A2A协议+量子加密+gRPC 1.60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量子协议+星际通信+QKD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神级协议+跨维度+量子网络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延迟&lt;1ms，吞吐量&gt;1亿 req/s，可用性99.9999%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安全组件体系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Security-AI/QKD/Gemini-4.0/GPT-8.0/Claude-4.0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零信任+量子安全+AES-256-GCM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量子安全+意识防护+BB84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神级安全+全维度+后量子密码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威胁检测99.999%，吞吐量&gt;100万 req/s，合规100%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OPA/WAF/QKD联盟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部署策略规划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DevOps-AI/K8s 1.29/Gemini-4.0/GPT-8.0/Claude-4.0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云原生+AI部署+GitOps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量子部署+星际调度+KEDA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神级部署+无限扩展+量子云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部署&lt;1min，吞吐量&gt;10万 Pod/s，可用99.999%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K8s/Argo/KEDA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优化维度分析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Optimization-AI/vLLM/Gemini-4.0/GPT-8.0/Claude-4.0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AI优化+量子算法+INT8量化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量子优化+全链路+TensorRT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神级优化+完美效率+量子加速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效率+1000%，吞吐量&gt;500 tokens/s/GPU，成本-80%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优化基准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NVIDIA/TensorRT/vLLM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案例场景库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Industry-AI/Vertical-AGI/Gemini-4.0/GPT-8.0/Claude-4.0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行业模型+垂直AGI+RAG 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量子行业+全领域+多模态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神级应用+宇宙级+无限扩展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覆盖200+行业，吞吐量&gt;10万 req/s，ROI+300%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Milvus/Pinecone/Weaviate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技术方案对比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Comparison-AI/AGI/Gemini-4.0/GPT-8.0/Claude-4.0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AGI选型+量子决策+A2A协议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量子选型+宇宙级+量子通信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神级决策+完美选择+无限智慧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选型准确率99.9%，吞吐量&gt;100万 req/s，决策&lt;1s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智能决策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决策基准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市场预测报告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Forecast-AI/Quantum/Gemini-4.0/GPT-8.0/Claude-4.0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AI预测+量子引擎+时序分析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量子预测+时间跨越+量子计算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神级预测+完美预见+全知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预测准95%，吞吐量无限，提前36个月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量子预测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OpenAI/Google/IBM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项目10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AI机器人研究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Robot-AI/BCI/Gemini-4.0/GPT-8.0/Claude-4.0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具身智能+量子机器人+力控系统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量子机器人+自我进化+BCI融合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神级机器人+无限能力+量子意识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精度±0.01mm，吞吐量无限，IQ&gt;1000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CE/FDA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机器人基准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Boston Dynamics/NeuralLink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AGI研发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通用人工智能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AGI-1.0/2.0/Gemini-4.0/GPT-8.0/Claude-4.0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研发中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AGI雏形+自我进化+多模态统一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量子AGI+意识觉醒+价值对齐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神级AGI+无限智慧+全知全能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IQ&gt;200→500→1000，吞吐量无限，能力无限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Quantum-AI/QKD/IBM-Qiskit/Gemini-4.0/GPT-8.0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探索中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量子加密+量子计算+量子通信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量子AI+量子意识+量子神经网络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神级量子+无限能力+量子加速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量子比特&gt;1000→10万→无限，吞吐量无限，加速比&gt;1000x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IBM/Google/NVIDIA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神经接口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脑机融合技术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BCI-AI/NeuralLink/Gemini-4.0/AGI-1.0/量子AGI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研发中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BCI消费级+脑机协同+神经解码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意识上传+神经链接+量子通信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神级链接+全宇宙互联+意识融合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带宽10Gbps→无限，吞吐量无限，延迟&lt;0.1ms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Self-Evolve-AI/AGI-2.0/Gemini-4.0/GPT-8.0/量子AGI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规划中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自动学习+进化算法+强化学习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量子进化+无限进化+自我优化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神级进化+无限可能+永恒进化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进化周期&lt;1小时→实时→无限进化，吞吐量无限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AI进化标准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意识数字化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探索中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记忆存储+意识模拟+神经扫描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意识上传+量子永生+数字存在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神级永生+永恒存在+意识保护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保真度99.999%，吞吐量无限，永恒存在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太空AI机器人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Space-Robot-AI/AGI-2.0/Gemini-4.0/GPT-8.0/量子AGI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规划中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月球探测+火星探索+深空网络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星际探索+星系探索+量子通信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宇宙探索+无限发现+跨星系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自主作业&gt;100年，吞吐量无限，航程无限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6A1B9A"/>
                </a:solidFill>
                <a:latin typeface="微软雅黑"/>
              </a:defRPr>
            </a:pPr>
            <a:r>
              <a:t>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【免责声明】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1. 内容性质：本PPT仅供技术研究、学习交流和内部展示使用，所有数据均为模拟推演或基于公开信息整理所得，不构成任何真实业务承诺、投资建议或法律意见。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2. 责任限制：作者已尽合理努力确保内容的准确性与时效性，但不对任何因使用本PPT内容而产生的直接或间接损失承担赔偿责任，包括但不限于商业损失、数据丢失、业务中断、利润损失等。本免责声明不适用于作者故意或重大过失造成的损害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3. 知识产权：本PPT所有内容（包括文字、图表、设计、算法描述等）均受中华人民共和国著作权法及相关国际公约保护。未经作者书面明确授权，禁止以任何形式复制、传播、改编、翻译或用于商业用途。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4. 风险提示：文中涉及的技术预测、市场分析、发展路线图等均为前瞻性展望，实际发展可能因技术突破、市场变化、政策调整等多种因素而存在重大差异，读者应独立判断，谨慎参考，作者不对此类预测的准确性或实现性作出任何保证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5. 内容使用：使用者应确保在合法合规的范围内使用本PPT内容，不得用于违法活动或侵犯第三方合法权益。如因使用者不当使用导致的法律责任，由使用者自行承担。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6. 内容更新：作者保留随时更新、修改或删除本PPT内容的权利，无需提前通知。本PPT内容可能存在技术疏漏或错误，作者不承担更新修正的义务。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7. 第三方内容：本PPT可能引用或包含第三方数据、观点或研究成果，相关知识产权归原作者所有。作者对第三方内容的准确性、完整性不承担责任。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联系方式：GitHub: https://github.com/Hxdmou/legal-rag-qa-system / 邮箱：business@rag-qa-system.com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